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72"/>
      </p:cViewPr>
      <p:guideLst>
        <p:guide orient="horz" pos="2160"/>
        <p:guide pos="71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382F5-938A-4A9D-B78C-E132128CB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F83A5A-FCA5-4496-88D4-483DBE99B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E547B4-FDA6-48EA-9355-69A0961D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3484E9-2C92-416C-8D51-AFD6A7E4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839515-7C30-4692-88C8-F8D21FA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14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9F310-CDC0-4D31-82D1-94344D74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84FEB-5499-4F4E-BC87-A5BE3ED9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A58917-532A-444F-AA95-9C6CD6BD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49F8F0-E332-412D-86B9-A856F199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C331E7-E6DE-475A-B4B8-464248A2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68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EBC09-3FCD-4ABA-B262-F6699CEF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EA2AA1-DA7D-4B5B-9D6F-79A7BBE5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44FAD0-27C2-4B0B-8C8A-6B70939A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27DC3B-862B-4877-9566-7D450D4D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5C556-152D-4B28-A1B8-2B6C246C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06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BFF59-315F-495F-8169-75E64E23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E0324-FBFE-4031-AE26-B9443EFF0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AECA21-090A-414A-8664-DC333639C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40188F-3B3B-4E1D-87E3-6051F938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A36075-6CA4-4C42-AF29-F65C8563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CE737F-665A-4412-AC33-CD740B85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14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4FBB99-8969-4CA4-A580-837C0092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8952C9-BC1A-4F6A-B9CF-2E6834252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68D42-28E8-4143-8F76-7B6C42485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B9115B-2228-429C-B15E-13A361AD5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C3B7069-B586-4678-81C9-22384B176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243FCC-A700-4662-BD5A-DC41DAEB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94138B9-D411-4B02-B73E-6ACABE2F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D33B42-5DDC-4350-A124-C1167F1C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8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74D76-E0B2-4249-9067-03C195C1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FC7A04-FC84-4036-9E29-2C8DF1BF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A78675-6153-4921-A06C-7865370E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BA90B1-1BDC-4305-BD0C-F1B782A9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41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6AD593-70BE-4CDB-8315-06BF26A5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235F2F-EC28-4B32-8812-4A2BD760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522364-0804-46BF-B1F6-2C305F8F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190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857CA-BD9F-4062-BC76-0E70F5BE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37566C-4DB8-49EE-B6E9-20A35914F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DD3CA-7FBC-48EF-8BEC-746BA6909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98C862-7DFF-4A89-888C-5457B90F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8F6738-F2DD-4DD0-999F-BA55995B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93BE1B-6708-4734-876A-B9DFF2EB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4E603B-E9F1-4D02-9596-66AED74B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1D071B7-3A1D-4A77-B706-513965C30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D0F6BA-C71A-4AF0-87DC-DC32FBA13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428B91-28C2-44D5-8053-5B613AC7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DAEE71-1466-44FB-BC30-7C00C0F6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F8DABD-BA56-410F-9B7E-3E618401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82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5CD98B-8AA6-4CB6-9144-E0E11228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0B84F7-4FB5-4E59-8DCB-07ED50911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A41632-0500-431F-A26D-71A8B959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2948BA-6C0D-4B36-8C01-BCCAE624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A709E1-EB5B-46B3-8E06-175028F9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03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B12ADF-A4C2-4D8E-999F-84ADE3F44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9274D0-C485-4EBE-88BD-D9B901318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FD0C18-2E4F-4190-B376-54F2179B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D85BF8-D319-4E0A-AE7D-80852B18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2A81B7-19BD-49CE-81D3-78541028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19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D9D0AE-F37F-4995-AFFB-27EF8A08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CB7890-C9C5-4412-AFD8-27A54AD62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2E13AB-7C58-478E-92FB-11FC74A7A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2DF6D-3B64-43B2-B787-06EB5C3F2071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54645C-343B-4890-9A4A-A50AA7C9A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DDE56C-8AFD-4B30-BF72-520F4F12B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EB592-2E76-4CEE-95E8-57E66683B9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27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258E764-825E-4252-BA2B-89C8F53A356B}"/>
              </a:ext>
            </a:extLst>
          </p:cNvPr>
          <p:cNvSpPr/>
          <p:nvPr/>
        </p:nvSpPr>
        <p:spPr>
          <a:xfrm>
            <a:off x="4802909" y="5380182"/>
            <a:ext cx="2586182" cy="858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B44A7B-5EAB-4B15-B8D7-D4A7F6F5AC0C}"/>
              </a:ext>
            </a:extLst>
          </p:cNvPr>
          <p:cNvSpPr/>
          <p:nvPr/>
        </p:nvSpPr>
        <p:spPr>
          <a:xfrm>
            <a:off x="1500909" y="3357418"/>
            <a:ext cx="2586182" cy="8589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</a:t>
            </a:r>
          </a:p>
          <a:p>
            <a:pPr algn="ctr"/>
            <a:r>
              <a:rPr lang="de-DE" dirty="0"/>
              <a:t>(Reservierung)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8E686BF-685C-480F-8E12-8BA462C72F21}"/>
              </a:ext>
            </a:extLst>
          </p:cNvPr>
          <p:cNvCxnSpPr/>
          <p:nvPr/>
        </p:nvCxnSpPr>
        <p:spPr>
          <a:xfrm>
            <a:off x="2900218" y="4276436"/>
            <a:ext cx="2124364" cy="951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79963813-26E2-434F-8215-15364FD0C379}"/>
              </a:ext>
            </a:extLst>
          </p:cNvPr>
          <p:cNvSpPr/>
          <p:nvPr/>
        </p:nvSpPr>
        <p:spPr>
          <a:xfrm>
            <a:off x="0" y="831273"/>
            <a:ext cx="2586182" cy="8589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Fahrzeugpflege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2579F1-9302-4B5C-836F-27E83EC849D7}"/>
              </a:ext>
            </a:extLst>
          </p:cNvPr>
          <p:cNvSpPr/>
          <p:nvPr/>
        </p:nvSpPr>
        <p:spPr>
          <a:xfrm>
            <a:off x="3255819" y="831273"/>
            <a:ext cx="2586182" cy="8589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Reservierungen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8E9FFB7-DFA6-4C7D-BC6E-4D11CC564F5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293091" y="1690255"/>
            <a:ext cx="1293091" cy="160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67370B2-C3E0-4874-AF95-3C8456F00B8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974109" y="1690255"/>
            <a:ext cx="1574801" cy="160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0DB8E753-EB5F-426E-824D-2CC150CAFE6F}"/>
              </a:ext>
            </a:extLst>
          </p:cNvPr>
          <p:cNvSpPr/>
          <p:nvPr/>
        </p:nvSpPr>
        <p:spPr>
          <a:xfrm>
            <a:off x="7453746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JDBC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43C22FF-AB0F-47B3-9008-BA7CD5641DDE}"/>
              </a:ext>
            </a:extLst>
          </p:cNvPr>
          <p:cNvSpPr/>
          <p:nvPr/>
        </p:nvSpPr>
        <p:spPr>
          <a:xfrm>
            <a:off x="8788401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DCF2DD0-80CD-4E8B-A1DD-2D6E6891B942}"/>
              </a:ext>
            </a:extLst>
          </p:cNvPr>
          <p:cNvSpPr/>
          <p:nvPr/>
        </p:nvSpPr>
        <p:spPr>
          <a:xfrm>
            <a:off x="10039928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SMS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82C9E9F-4C5C-4744-9E0F-FD85D82D24B5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6493164" y="4287982"/>
            <a:ext cx="1454728" cy="101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41011B5-235C-463A-8F07-FB20B75E2235}"/>
              </a:ext>
            </a:extLst>
          </p:cNvPr>
          <p:cNvCxnSpPr>
            <a:cxnSpLocks/>
          </p:cNvCxnSpPr>
          <p:nvPr/>
        </p:nvCxnSpPr>
        <p:spPr>
          <a:xfrm flipH="1">
            <a:off x="6927273" y="4287982"/>
            <a:ext cx="2242128" cy="101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5E1F380-90E4-4007-9FB3-0D0B609DCF2E}"/>
              </a:ext>
            </a:extLst>
          </p:cNvPr>
          <p:cNvCxnSpPr>
            <a:cxnSpLocks/>
          </p:cNvCxnSpPr>
          <p:nvPr/>
        </p:nvCxnSpPr>
        <p:spPr>
          <a:xfrm flipH="1">
            <a:off x="7262092" y="4366491"/>
            <a:ext cx="3275446" cy="93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CCB51330-B63E-4F98-A2EC-84A0522BAE3C}"/>
              </a:ext>
            </a:extLst>
          </p:cNvPr>
          <p:cNvSpPr/>
          <p:nvPr/>
        </p:nvSpPr>
        <p:spPr>
          <a:xfrm>
            <a:off x="7398327" y="1632527"/>
            <a:ext cx="3639128" cy="8589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Technik</a:t>
            </a:r>
          </a:p>
          <a:p>
            <a:pPr algn="ctr"/>
            <a:r>
              <a:rPr lang="de-DE" dirty="0"/>
              <a:t>(</a:t>
            </a:r>
            <a:r>
              <a:rPr lang="de-DE" dirty="0" err="1"/>
              <a:t>TechnicalLayer</a:t>
            </a:r>
            <a:r>
              <a:rPr lang="de-DE" dirty="0"/>
              <a:t>)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6DD8719-EFAC-4E90-A629-69E883ECF00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947892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2B602F4-E852-4F74-B1FE-60A56B733EFF}"/>
              </a:ext>
            </a:extLst>
          </p:cNvPr>
          <p:cNvCxnSpPr>
            <a:cxnSpLocks/>
          </p:cNvCxnSpPr>
          <p:nvPr/>
        </p:nvCxnSpPr>
        <p:spPr>
          <a:xfrm>
            <a:off x="9273310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03CCB77-C19F-4260-93A5-34ACBFFF0711}"/>
              </a:ext>
            </a:extLst>
          </p:cNvPr>
          <p:cNvCxnSpPr>
            <a:cxnSpLocks/>
          </p:cNvCxnSpPr>
          <p:nvPr/>
        </p:nvCxnSpPr>
        <p:spPr>
          <a:xfrm>
            <a:off x="10534073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B2C762B0-9A78-4437-B6FC-B7B2F2EC3AFF}"/>
              </a:ext>
            </a:extLst>
          </p:cNvPr>
          <p:cNvCxnSpPr>
            <a:cxnSpLocks/>
          </p:cNvCxnSpPr>
          <p:nvPr/>
        </p:nvCxnSpPr>
        <p:spPr>
          <a:xfrm flipH="1">
            <a:off x="4174836" y="2519218"/>
            <a:ext cx="3435929" cy="1267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4C5CB4A-9038-457D-9A57-706416740E9C}"/>
              </a:ext>
            </a:extLst>
          </p:cNvPr>
          <p:cNvCxnSpPr>
            <a:cxnSpLocks/>
          </p:cNvCxnSpPr>
          <p:nvPr/>
        </p:nvCxnSpPr>
        <p:spPr>
          <a:xfrm>
            <a:off x="4821382" y="1717964"/>
            <a:ext cx="2489202" cy="461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C102D52-45D1-4027-8C53-E1A804E8C5C9}"/>
              </a:ext>
            </a:extLst>
          </p:cNvPr>
          <p:cNvCxnSpPr>
            <a:cxnSpLocks/>
          </p:cNvCxnSpPr>
          <p:nvPr/>
        </p:nvCxnSpPr>
        <p:spPr>
          <a:xfrm>
            <a:off x="1939636" y="1750291"/>
            <a:ext cx="5370948" cy="54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47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258E764-825E-4252-BA2B-89C8F53A356B}"/>
              </a:ext>
            </a:extLst>
          </p:cNvPr>
          <p:cNvSpPr/>
          <p:nvPr/>
        </p:nvSpPr>
        <p:spPr>
          <a:xfrm>
            <a:off x="4802909" y="5380182"/>
            <a:ext cx="2586182" cy="858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</a:t>
            </a:r>
          </a:p>
          <a:p>
            <a:pPr algn="ctr"/>
            <a:r>
              <a:rPr lang="de-DE" dirty="0" err="1"/>
              <a:t>Notification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B44A7B-5EAB-4B15-B8D7-D4A7F6F5AC0C}"/>
              </a:ext>
            </a:extLst>
          </p:cNvPr>
          <p:cNvSpPr/>
          <p:nvPr/>
        </p:nvSpPr>
        <p:spPr>
          <a:xfrm>
            <a:off x="1500909" y="3357418"/>
            <a:ext cx="2586182" cy="11222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</a:t>
            </a:r>
          </a:p>
          <a:p>
            <a:pPr algn="ctr"/>
            <a:r>
              <a:rPr lang="de-DE" dirty="0"/>
              <a:t>(Reservierung, </a:t>
            </a:r>
            <a:r>
              <a:rPr lang="de-DE" dirty="0" err="1"/>
              <a:t>ReservierungRepository</a:t>
            </a:r>
            <a:r>
              <a:rPr lang="de-DE" dirty="0"/>
              <a:t>, </a:t>
            </a:r>
            <a:r>
              <a:rPr lang="de-DE" dirty="0" err="1"/>
              <a:t>LocationService</a:t>
            </a:r>
            <a:r>
              <a:rPr lang="de-DE" dirty="0"/>
              <a:t>)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8E686BF-685C-480F-8E12-8BA462C72F21}"/>
              </a:ext>
            </a:extLst>
          </p:cNvPr>
          <p:cNvCxnSpPr/>
          <p:nvPr/>
        </p:nvCxnSpPr>
        <p:spPr>
          <a:xfrm>
            <a:off x="2900218" y="4276436"/>
            <a:ext cx="2124364" cy="951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79963813-26E2-434F-8215-15364FD0C379}"/>
              </a:ext>
            </a:extLst>
          </p:cNvPr>
          <p:cNvSpPr/>
          <p:nvPr/>
        </p:nvSpPr>
        <p:spPr>
          <a:xfrm>
            <a:off x="0" y="831273"/>
            <a:ext cx="2586182" cy="8589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Fahrzeugpflege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2579F1-9302-4B5C-836F-27E83EC849D7}"/>
              </a:ext>
            </a:extLst>
          </p:cNvPr>
          <p:cNvSpPr/>
          <p:nvPr/>
        </p:nvSpPr>
        <p:spPr>
          <a:xfrm>
            <a:off x="3255819" y="831273"/>
            <a:ext cx="2586182" cy="8589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Reservierungen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8E9FFB7-DFA6-4C7D-BC6E-4D11CC564F5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293091" y="1690255"/>
            <a:ext cx="1293091" cy="160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67370B2-C3E0-4874-AF95-3C8456F00B8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974109" y="1690255"/>
            <a:ext cx="1574801" cy="160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0DB8E753-EB5F-426E-824D-2CC150CAFE6F}"/>
              </a:ext>
            </a:extLst>
          </p:cNvPr>
          <p:cNvSpPr/>
          <p:nvPr/>
        </p:nvSpPr>
        <p:spPr>
          <a:xfrm>
            <a:off x="7453746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JDBC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43C22FF-AB0F-47B3-9008-BA7CD5641DDE}"/>
              </a:ext>
            </a:extLst>
          </p:cNvPr>
          <p:cNvSpPr/>
          <p:nvPr/>
        </p:nvSpPr>
        <p:spPr>
          <a:xfrm>
            <a:off x="8788401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DCF2DD0-80CD-4E8B-A1DD-2D6E6891B942}"/>
              </a:ext>
            </a:extLst>
          </p:cNvPr>
          <p:cNvSpPr/>
          <p:nvPr/>
        </p:nvSpPr>
        <p:spPr>
          <a:xfrm>
            <a:off x="10039928" y="3429000"/>
            <a:ext cx="988291" cy="85898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SMS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82C9E9F-4C5C-4744-9E0F-FD85D82D24B5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6493164" y="4287982"/>
            <a:ext cx="1454728" cy="101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41011B5-235C-463A-8F07-FB20B75E2235}"/>
              </a:ext>
            </a:extLst>
          </p:cNvPr>
          <p:cNvCxnSpPr>
            <a:cxnSpLocks/>
          </p:cNvCxnSpPr>
          <p:nvPr/>
        </p:nvCxnSpPr>
        <p:spPr>
          <a:xfrm flipH="1">
            <a:off x="6927273" y="4287982"/>
            <a:ext cx="2242128" cy="101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5E1F380-90E4-4007-9FB3-0D0B609DCF2E}"/>
              </a:ext>
            </a:extLst>
          </p:cNvPr>
          <p:cNvCxnSpPr>
            <a:cxnSpLocks/>
          </p:cNvCxnSpPr>
          <p:nvPr/>
        </p:nvCxnSpPr>
        <p:spPr>
          <a:xfrm flipH="1">
            <a:off x="7262092" y="4366491"/>
            <a:ext cx="3275446" cy="93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CCB51330-B63E-4F98-A2EC-84A0522BAE3C}"/>
              </a:ext>
            </a:extLst>
          </p:cNvPr>
          <p:cNvSpPr/>
          <p:nvPr/>
        </p:nvSpPr>
        <p:spPr>
          <a:xfrm>
            <a:off x="7398327" y="1632527"/>
            <a:ext cx="1043710" cy="8589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Repo</a:t>
            </a:r>
            <a:endParaRPr lang="de-DE" dirty="0"/>
          </a:p>
          <a:p>
            <a:pPr algn="ctr"/>
            <a:r>
              <a:rPr lang="de-DE" dirty="0" err="1"/>
              <a:t>Impl</a:t>
            </a:r>
            <a:endParaRPr lang="de-DE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6DD8719-EFAC-4E90-A629-69E883ECF00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947892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2B602F4-E852-4F74-B1FE-60A56B733EFF}"/>
              </a:ext>
            </a:extLst>
          </p:cNvPr>
          <p:cNvCxnSpPr>
            <a:cxnSpLocks/>
          </p:cNvCxnSpPr>
          <p:nvPr/>
        </p:nvCxnSpPr>
        <p:spPr>
          <a:xfrm>
            <a:off x="9273310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03CCB77-C19F-4260-93A5-34ACBFFF0711}"/>
              </a:ext>
            </a:extLst>
          </p:cNvPr>
          <p:cNvCxnSpPr>
            <a:cxnSpLocks/>
          </p:cNvCxnSpPr>
          <p:nvPr/>
        </p:nvCxnSpPr>
        <p:spPr>
          <a:xfrm>
            <a:off x="10534073" y="2491509"/>
            <a:ext cx="0" cy="937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B2C762B0-9A78-4437-B6FC-B7B2F2EC3AFF}"/>
              </a:ext>
            </a:extLst>
          </p:cNvPr>
          <p:cNvCxnSpPr>
            <a:cxnSpLocks/>
          </p:cNvCxnSpPr>
          <p:nvPr/>
        </p:nvCxnSpPr>
        <p:spPr>
          <a:xfrm flipH="1">
            <a:off x="4174836" y="2519218"/>
            <a:ext cx="3435929" cy="1267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6D93635C-6B05-453D-BFCC-F0DC6B3AFD8B}"/>
              </a:ext>
            </a:extLst>
          </p:cNvPr>
          <p:cNvSpPr/>
          <p:nvPr/>
        </p:nvSpPr>
        <p:spPr>
          <a:xfrm>
            <a:off x="8788401" y="1632527"/>
            <a:ext cx="1043710" cy="8589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  <a:p>
            <a:pPr algn="ctr"/>
            <a:r>
              <a:rPr lang="de-DE" dirty="0" err="1"/>
              <a:t>Impl</a:t>
            </a:r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50552D7-2AAF-422D-97FA-B91303221EB0}"/>
              </a:ext>
            </a:extLst>
          </p:cNvPr>
          <p:cNvSpPr/>
          <p:nvPr/>
        </p:nvSpPr>
        <p:spPr>
          <a:xfrm>
            <a:off x="10039928" y="1632527"/>
            <a:ext cx="1043710" cy="8589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/>
              <a:t>Notification</a:t>
            </a:r>
            <a:endParaRPr lang="de-DE" dirty="0"/>
          </a:p>
          <a:p>
            <a:pPr algn="ctr"/>
            <a:r>
              <a:rPr lang="de-DE" dirty="0" err="1"/>
              <a:t>Impl</a:t>
            </a:r>
            <a:endParaRPr lang="de-DE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84983047-D0F5-4F96-8641-1705360B2331}"/>
              </a:ext>
            </a:extLst>
          </p:cNvPr>
          <p:cNvCxnSpPr>
            <a:cxnSpLocks/>
          </p:cNvCxnSpPr>
          <p:nvPr/>
        </p:nvCxnSpPr>
        <p:spPr>
          <a:xfrm flipH="1">
            <a:off x="4248727" y="2581564"/>
            <a:ext cx="4969164" cy="1442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42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0E138C6-E1BA-4B91-9155-44BE213089A7}"/>
              </a:ext>
            </a:extLst>
          </p:cNvPr>
          <p:cNvSpPr/>
          <p:nvPr/>
        </p:nvSpPr>
        <p:spPr>
          <a:xfrm>
            <a:off x="184727" y="114188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/>
              <a:t>public</a:t>
            </a:r>
            <a:r>
              <a:rPr lang="de-DE" dirty="0"/>
              <a:t> interface </a:t>
            </a:r>
            <a:r>
              <a:rPr lang="de-DE" dirty="0" err="1"/>
              <a:t>TechnicalLayer</a:t>
            </a:r>
            <a:r>
              <a:rPr lang="de-DE" dirty="0"/>
              <a:t> {</a:t>
            </a:r>
          </a:p>
          <a:p>
            <a:r>
              <a:rPr lang="de-DE" dirty="0"/>
              <a:t>// GPS-Koordinaten über die aktuelle GPS-Tracker </a:t>
            </a:r>
            <a:r>
              <a:rPr lang="de-DE" dirty="0" err="1"/>
              <a:t>session</a:t>
            </a:r>
            <a:r>
              <a:rPr lang="de-DE" dirty="0"/>
              <a:t> laden</a:t>
            </a:r>
          </a:p>
          <a:p>
            <a:r>
              <a:rPr lang="de-DE" dirty="0" err="1"/>
              <a:t>org.gps.Coordinate</a:t>
            </a:r>
            <a:r>
              <a:rPr lang="de-DE" dirty="0"/>
              <a:t> </a:t>
            </a:r>
            <a:r>
              <a:rPr lang="de-DE" dirty="0" err="1"/>
              <a:t>getGPSKoordinatesOfCar</a:t>
            </a:r>
            <a:r>
              <a:rPr lang="de-DE" dirty="0"/>
              <a:t>( String </a:t>
            </a:r>
            <a:r>
              <a:rPr lang="de-DE" dirty="0" err="1"/>
              <a:t>fahrzeugNr</a:t>
            </a:r>
            <a:r>
              <a:rPr lang="de-DE" dirty="0"/>
              <a:t>, </a:t>
            </a:r>
            <a:r>
              <a:rPr lang="de-DE" dirty="0" err="1"/>
              <a:t>gps.tracker.session</a:t>
            </a:r>
            <a:r>
              <a:rPr lang="de-DE" dirty="0"/>
              <a:t> </a:t>
            </a:r>
            <a:r>
              <a:rPr lang="de-DE" dirty="0" err="1"/>
              <a:t>session</a:t>
            </a:r>
            <a:r>
              <a:rPr lang="de-DE" dirty="0"/>
              <a:t> );</a:t>
            </a:r>
          </a:p>
          <a:p>
            <a:r>
              <a:rPr lang="de-DE" dirty="0"/>
              <a:t>// Reservierung in der Datenbank speichern</a:t>
            </a:r>
          </a:p>
          <a:p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saveReservierung</a:t>
            </a:r>
            <a:r>
              <a:rPr lang="de-DE" dirty="0"/>
              <a:t>(</a:t>
            </a:r>
            <a:r>
              <a:rPr lang="de-DE" dirty="0" err="1"/>
              <a:t>jdbc.Connection</a:t>
            </a:r>
            <a:r>
              <a:rPr lang="de-DE" dirty="0"/>
              <a:t> </a:t>
            </a:r>
            <a:r>
              <a:rPr lang="de-DE" dirty="0" err="1"/>
              <a:t>conn</a:t>
            </a:r>
            <a:r>
              <a:rPr lang="de-DE" dirty="0"/>
              <a:t>, Reservierung </a:t>
            </a:r>
            <a:r>
              <a:rPr lang="de-DE" dirty="0" err="1"/>
              <a:t>reservierung</a:t>
            </a:r>
            <a:r>
              <a:rPr lang="de-DE" dirty="0"/>
              <a:t> );</a:t>
            </a:r>
          </a:p>
          <a:p>
            <a:r>
              <a:rPr lang="de-DE" dirty="0"/>
              <a:t>// SMS versenden</a:t>
            </a:r>
          </a:p>
          <a:p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sendMail</a:t>
            </a:r>
            <a:r>
              <a:rPr lang="de-DE" dirty="0"/>
              <a:t>( </a:t>
            </a:r>
            <a:r>
              <a:rPr lang="de-DE" dirty="0" err="1"/>
              <a:t>org.sms.gateway</a:t>
            </a:r>
            <a:r>
              <a:rPr lang="de-DE" dirty="0"/>
              <a:t> </a:t>
            </a:r>
            <a:r>
              <a:rPr lang="de-DE" dirty="0" err="1"/>
              <a:t>smsNumber</a:t>
            </a:r>
            <a:r>
              <a:rPr lang="de-DE" dirty="0"/>
              <a:t>, String betreff, String </a:t>
            </a:r>
            <a:r>
              <a:rPr lang="de-DE" dirty="0" err="1"/>
              <a:t>body</a:t>
            </a:r>
            <a:r>
              <a:rPr lang="de-DE" dirty="0"/>
              <a:t>);</a:t>
            </a:r>
          </a:p>
          <a:p>
            <a:r>
              <a:rPr lang="de-DE" dirty="0"/>
              <a:t>}v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AC7E5DC-FE3E-4164-92C0-F734F8BC5D0E}"/>
              </a:ext>
            </a:extLst>
          </p:cNvPr>
          <p:cNvSpPr/>
          <p:nvPr/>
        </p:nvSpPr>
        <p:spPr>
          <a:xfrm>
            <a:off x="184727" y="360449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/>
              <a:t>public</a:t>
            </a:r>
            <a:r>
              <a:rPr lang="de-DE" dirty="0"/>
              <a:t> interface </a:t>
            </a:r>
            <a:r>
              <a:rPr lang="de-DE" dirty="0" err="1"/>
              <a:t>ReservierungRepository</a:t>
            </a:r>
            <a:r>
              <a:rPr lang="de-DE" dirty="0"/>
              <a:t> {</a:t>
            </a:r>
          </a:p>
          <a:p>
            <a:r>
              <a:rPr lang="de-DE" dirty="0"/>
              <a:t>  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saveReservierung</a:t>
            </a:r>
            <a:r>
              <a:rPr lang="de-DE" dirty="0"/>
              <a:t>(Reservierung </a:t>
            </a:r>
            <a:r>
              <a:rPr lang="de-DE" dirty="0" err="1"/>
              <a:t>reservierung</a:t>
            </a:r>
            <a:r>
              <a:rPr lang="de-DE" dirty="0"/>
              <a:t> );</a:t>
            </a:r>
          </a:p>
          <a:p>
            <a:r>
              <a:rPr lang="de-DE" dirty="0"/>
              <a:t>}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9BF223A-D8E6-4C2C-998E-DDAF3EF770FD}"/>
              </a:ext>
            </a:extLst>
          </p:cNvPr>
          <p:cNvSpPr/>
          <p:nvPr/>
        </p:nvSpPr>
        <p:spPr>
          <a:xfrm>
            <a:off x="263236" y="512387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/>
              <a:t>public</a:t>
            </a:r>
            <a:r>
              <a:rPr lang="de-DE" dirty="0"/>
              <a:t> interface </a:t>
            </a:r>
            <a:r>
              <a:rPr lang="de-DE" dirty="0" err="1"/>
              <a:t>Notification</a:t>
            </a:r>
            <a:r>
              <a:rPr lang="de-DE" dirty="0"/>
              <a:t> {</a:t>
            </a:r>
          </a:p>
          <a:p>
            <a:r>
              <a:rPr lang="de-DE" dirty="0"/>
              <a:t>  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dirty="0" err="1"/>
              <a:t>sendNotification</a:t>
            </a:r>
            <a:r>
              <a:rPr lang="de-DE" dirty="0"/>
              <a:t>( String </a:t>
            </a:r>
            <a:r>
              <a:rPr lang="de-DE" dirty="0" err="1"/>
              <a:t>recipientIdentifier</a:t>
            </a:r>
            <a:r>
              <a:rPr lang="de-DE" dirty="0"/>
              <a:t>, String betreff, String </a:t>
            </a:r>
            <a:r>
              <a:rPr lang="de-DE" dirty="0" err="1"/>
              <a:t>body</a:t>
            </a:r>
            <a:r>
              <a:rPr lang="de-DE" dirty="0"/>
              <a:t>);</a:t>
            </a:r>
          </a:p>
          <a:p>
            <a:r>
              <a:rPr lang="de-DE" dirty="0"/>
              <a:t>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5729A79-6BC7-4B7A-BF6B-FB715DF0F543}"/>
              </a:ext>
            </a:extLst>
          </p:cNvPr>
          <p:cNvSpPr/>
          <p:nvPr/>
        </p:nvSpPr>
        <p:spPr>
          <a:xfrm>
            <a:off x="6022110" y="346599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/>
              <a:t>public</a:t>
            </a:r>
            <a:r>
              <a:rPr lang="de-DE" dirty="0"/>
              <a:t> interface </a:t>
            </a:r>
            <a:r>
              <a:rPr lang="de-DE" dirty="0" err="1"/>
              <a:t>LocationService</a:t>
            </a:r>
            <a:r>
              <a:rPr lang="de-DE" dirty="0"/>
              <a:t> {</a:t>
            </a:r>
          </a:p>
          <a:p>
            <a:r>
              <a:rPr lang="de-DE" dirty="0"/>
              <a:t>// GPS-Koordinaten über die aktuelle GPS-Tracker </a:t>
            </a:r>
            <a:r>
              <a:rPr lang="de-DE" dirty="0" err="1"/>
              <a:t>session</a:t>
            </a:r>
            <a:r>
              <a:rPr lang="de-DE" dirty="0"/>
              <a:t> laden</a:t>
            </a:r>
          </a:p>
          <a:p>
            <a:r>
              <a:rPr lang="de-DE" dirty="0" err="1"/>
              <a:t>de.thi.Coordinate</a:t>
            </a:r>
            <a:r>
              <a:rPr lang="de-DE" dirty="0"/>
              <a:t> </a:t>
            </a:r>
            <a:r>
              <a:rPr lang="de-DE" dirty="0" err="1"/>
              <a:t>getCoordinagesOf</a:t>
            </a:r>
            <a:r>
              <a:rPr lang="de-DE" dirty="0"/>
              <a:t>( String </a:t>
            </a:r>
            <a:r>
              <a:rPr lang="de-DE" dirty="0" err="1"/>
              <a:t>identifier</a:t>
            </a:r>
            <a:r>
              <a:rPr lang="de-DE" dirty="0"/>
              <a:t> );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45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Breitbild</PresentationFormat>
  <Paragraphs>43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Hafenrichter, Bernd</dc:creator>
  <cp:lastModifiedBy>Hafenrichter, Bernd</cp:lastModifiedBy>
  <cp:revision>4</cp:revision>
  <dcterms:created xsi:type="dcterms:W3CDTF">2025-04-08T14:06:21Z</dcterms:created>
  <dcterms:modified xsi:type="dcterms:W3CDTF">2025-04-08T14:32:12Z</dcterms:modified>
</cp:coreProperties>
</file>